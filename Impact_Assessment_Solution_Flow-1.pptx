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5720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77724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109728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  ·  GENAI SOLUTION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Alert Impact Assessment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flow, and how it compares to an ontology / graph-database design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· Senior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Regulation, Summary &amp; Obligation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600200" cy="137160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Alert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380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Rapid2 — title, summary, jurisdiction, taxonomy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05456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published · latest version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6552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regulation library as vectors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27648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 regulations by similarity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47304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222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2825496"/>
            <a:ext cx="237744" cy="237744"/>
          </a:xfrm>
          <a:prstGeom prst="diamond">
            <a:avLst/>
          </a:prstGeom>
          <a:solidFill>
            <a:srgbClr val="DB00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57032" y="2825496"/>
            <a:ext cx="1380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judge: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confirmed?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0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195560" y="2807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CHAIN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1546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(RGL)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Summary (RSM)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Obligation (ROB)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93976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5072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5916168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5" name="Shape 23"/>
          <p:cNvSpPr/>
          <p:nvPr/>
        </p:nvSpPr>
        <p:spPr>
          <a:xfrm>
            <a:off x="7827264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6" name="Shape 24"/>
          <p:cNvSpPr/>
          <p:nvPr/>
        </p:nvSpPr>
        <p:spPr>
          <a:xfrm>
            <a:off x="9738360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55864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excluded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63600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a risk SME reviews every confirmed link before it is adopted. The LLM records written reasoning for each decision, giving a full audit trail.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599846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Risks &amp;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737360" cy="128016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RSMs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517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flow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73736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847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RegMap candidates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40864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Regulation-driven: RSM → Library Risk, L1 Library Control, L1 Control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356616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7480" y="3675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candidates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4169664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Control-driven: alert matched directly to the L1 Control library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06440" y="269748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97880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30098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candidate 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0" y="269748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08976" y="2825496"/>
            <a:ext cx="237744" cy="237744"/>
          </a:xfrm>
          <a:prstGeom prst="diamond">
            <a:avLst/>
          </a:prstGeom>
          <a:solidFill>
            <a:srgbClr val="DB00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90688" y="2825496"/>
            <a:ext cx="138074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link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0" y="2286000"/>
            <a:ext cx="2057400" cy="2103120"/>
          </a:xfrm>
          <a:prstGeom prst="roundRect">
            <a:avLst>
              <a:gd name="adj" fmla="val 3111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738360" y="23957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REGMAP + HELIOS TOGETHER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274320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Risk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Library Controls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Controls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2240280" y="2267712"/>
            <a:ext cx="365760" cy="978408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40280" y="3429000"/>
            <a:ext cx="365760" cy="66751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2267712"/>
            <a:ext cx="411480" cy="9326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394960" y="3474720"/>
            <a:ext cx="411480" cy="621792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06640" y="314553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7" name="Shape 25"/>
          <p:cNvSpPr/>
          <p:nvPr/>
        </p:nvSpPr>
        <p:spPr>
          <a:xfrm>
            <a:off x="9281160" y="314553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809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rolls up to L1 Library Control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91032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flow into a single recommendation. A control is assessable where RegMap maps it and Helios holds its text — the engine scores every candidate the same way, whichever source surfaced it.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0" y="599846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Policies &amp; Procedures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600200" cy="137160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Alert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380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05456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obligations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obligations the alert affects (flow 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6552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shortlist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policies &amp; procedures *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222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2825496"/>
            <a:ext cx="237744" cy="237744"/>
          </a:xfrm>
          <a:prstGeom prst="diamond">
            <a:avLst/>
          </a:prstGeom>
          <a:solidFill>
            <a:srgbClr val="DB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2825496"/>
            <a:ext cx="1380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judge: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confirmed?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7304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38744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0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195560" y="2807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1546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Procedures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93976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5072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5916168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5" name="Shape 23"/>
          <p:cNvSpPr/>
          <p:nvPr/>
        </p:nvSpPr>
        <p:spPr>
          <a:xfrm>
            <a:off x="7827264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6" name="Shape 24"/>
          <p:cNvSpPr/>
          <p:nvPr/>
        </p:nvSpPr>
        <p:spPr>
          <a:xfrm>
            <a:off x="9738360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— pending confirmation of the P&amp;P source system and linkage path (via linked obligation vs. direct).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00176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as flows 1–2: embeddings shortlist candidates → LLM judge confirms each link with reasoning → SME review before adoption.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599846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build this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 — our live solution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shortlist candidates by meaning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confirms each link with written reasoning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SME reviews — human-in-the-loop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today across regulations, obligations, risks, controls and policies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existing stack — no new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hexagon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+ Graph database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146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entities &amp; relationships once as an ontology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a knowledge graph (nodes + edges)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graph to find linked items — native multi-hop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an explicit relationship path</a:t>
            </a:r>
            <a:endParaRPr lang="en-US" sz="1200" dirty="0"/>
          </a:p>
          <a:p>
            <a:pPr marL="177800" indent="-177800">
              <a:lnSpc>
                <a:spcPct val="9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new platform, data engineering and ongoing curation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CE8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engineering choices. An ontology layer may enhance the solution — it is not a prerequisite. We have a working solution in production today, and can adopt graph techniques where they add the most value.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ONTOLOGY PREREQUISITE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alert text to full metadata — with today's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3317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4505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 text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24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unstructured text blob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3154680"/>
            <a:ext cx="2057400" cy="914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401568"/>
            <a:ext cx="1874520" cy="914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648456"/>
            <a:ext cx="2057400" cy="914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895344"/>
            <a:ext cx="1874520" cy="914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2651760"/>
            <a:ext cx="2331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788920"/>
            <a:ext cx="411480" cy="41148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7614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Contextualization engine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91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LLM extraction — no ontology required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METADATA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3317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taxonomy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3317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720" y="23317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business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0175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017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30175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9720" y="3017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37033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37033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370332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FCE8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89720" y="37033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&amp; references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3063240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30" name="Shape 28"/>
          <p:cNvSpPr/>
          <p:nvPr/>
        </p:nvSpPr>
        <p:spPr>
          <a:xfrm>
            <a:off x="5806440" y="3063240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70916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72744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metadata items drive the same mappings to Regulations, Risks, Controls and Policies (flows 1–3). An ontology layer can enrich the relationships — but it is not a prerequisite: our contextualization solution derives the structure and performs the mappings directly from text.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USED ONTOLOGY + 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ontology / graph-database design would look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Build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sources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RegMap · Helios · Rapid2 · P&amp;P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26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&amp; relationships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NLP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 graph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+ edges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/ query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GNN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92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84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explainable paths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05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91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7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9363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Knowledge-graph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2377440" y="3749040"/>
            <a:ext cx="1280160" cy="109728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377440" y="4846320"/>
            <a:ext cx="1280160" cy="54864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3749040"/>
            <a:ext cx="128016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94960" y="5394960"/>
            <a:ext cx="128016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8412480" y="3337560"/>
            <a:ext cx="1280160" cy="41148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8412480" y="4846320"/>
            <a:ext cx="1280160" cy="54864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0" y="5394960"/>
            <a:ext cx="1280160" cy="64008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B0011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5800" y="4572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34747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70332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703320" y="5120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4747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FEFE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72084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720840" y="5120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2640" y="3063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FEFE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73836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738360" y="4572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Control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92640" y="57607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7A7A7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738360" y="5760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240280" y="38496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43814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50840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MITIGATED_BY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275320" y="32324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IMPLEMENTED_BY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275320" y="47914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ROLLS_UP_TO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275320" y="57698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one alert, one traversal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 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of medical information in consumer-lending decisions”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RD-00075505   ·   Jurisdiction US   ·   Theme: consumer protection / fair lending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7492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5528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3657600"/>
            <a:ext cx="18288" cy="68580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DB0011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7472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5508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3544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Control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7A7A7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034540" y="30495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914900" y="30495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MITIGATED_BY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95260" y="30495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ROLLS_UP_TO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6896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(a:Alert {id:'RD-00075505'})-[:IMPACTS]-&gt;(o:Obligation)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-[:MITIGATED_BY]-&gt;(c:Control)-[:ROLLS_UP_TO]-&gt;(lc:LibraryControl)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c, lc, path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traversal walks from the alert to every impacted control and its library control, and returns the exact path as a built-in audit trail — the same recommendations our live solution produces today, plus native multi-hop reasoning and explainability.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recommendation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9664"/>
                <a:gridCol w="4178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AI (live today)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+ Graph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— build &amp; curate ontology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 per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relationship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/ unseen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semantic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modelled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Chained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graph traversal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+ data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curation + graph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graph-DB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CE8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live solution delivering now. Pilot an ontology / graph layer as an enhancement where multi-hop reasoning and explainable paths add the most value — a hybrid path that protects delivery while capturing the upside.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2026-09-25T12:26:45Z</dcterms:created>
  <dcterms:modified xsi:type="dcterms:W3CDTF">2026-09-25T12:26:45Z</dcterms:modified>
</cp:coreProperties>
</file>